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F172A"/>
                </a:solidFill>
              </a:defRPr>
            </a:pPr>
            <a:r>
              <a:t>AI-OSM: Smart Answer Sheet Evaluator</a:t>
            </a:r>
          </a:p>
          <a:p>
            <a:pPr>
              <a:defRPr sz="2000">
                <a:solidFill>
                  <a:srgbClr val="0EA5E9"/>
                </a:solidFill>
              </a:defRPr>
            </a:pPr>
            <a:r>
              <a:t>IP Camera Photo Capture, Multi-Format Keys (PDF/DOCX) &amp; Plagiarism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